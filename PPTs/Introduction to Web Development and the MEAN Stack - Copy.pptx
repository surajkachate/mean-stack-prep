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6AF3E-3296-3C56-8F4A-717382C5B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1FBCC-FADF-1FAD-2061-341CFBD66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BA873-F0CE-8273-99BC-E3F1D5EA8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E2FC4-A07E-D4E6-66A5-1C041A42F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9DC0C-6967-3404-1F68-07BB7AA1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1B941-C326-987D-2F69-A969E36FC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58890-9B38-1C22-8191-FD09E2622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137E3-3D94-3794-34A4-66E1C48D7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6B1E-0C0F-8852-5A33-5BFA29A7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28CF3-1481-29C8-4F17-E8DA9FBB6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4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C6D0-D241-839D-E1C1-99EA3AC1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73E90-BCCD-928D-C5AA-7AB8BFED9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D9379-5B5D-0CDF-5CA6-AA84B3D0C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2B7D4-935B-AE18-71A9-BF85253F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96BF9-DA0B-FDC0-3650-2538BC34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09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B6255-F594-65D8-207A-707B696D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8BD00-77EE-48FF-8224-615426A90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634A3-6765-5925-B92A-10394CEF6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1AD4D-0C83-F26D-566A-C0F76F1B0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7D4A-427B-1E4F-DF9A-C07A604BF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27DF6-9A66-F778-9B50-A954BCF4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2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87BA-5B45-F0EB-2DA5-5B8CAD5CB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50817-B995-A529-50D5-4ED09A285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9B164-55A3-5119-6B2A-0B5688BEF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E90FD-4D84-44DD-E6B7-A652CEACA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20A5B-6297-A2E8-46C3-31BD184865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C062B2-EA37-6042-A0B8-A3AD7DA29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355F8E-2387-0D9F-BD33-A668A695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A1DE62-2869-8639-8015-C4E93EE0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0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CDA0-E47C-D82B-633F-41C41317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E5AE3-F356-1EE6-C242-95481D02A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5A89E-66FB-F141-068F-5FBCF56E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10239-5EEC-793D-73FA-D33E7B47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98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CE9FCA-4123-CECA-0C88-4ED9AF0BD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CA4A1-36CD-E32D-24B7-D69427684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71CB0-7E3B-8720-5940-44228B0EE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36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41CEC-6D01-81BA-9FBD-29849157F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BA866-601F-00D8-19C0-60F05ABD8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D29D0-84BB-FF62-846C-F5A355C8A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1B642-AD71-631A-7F72-C4EFF077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31CD9-2295-67F8-33E7-E011F9E8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1B9E-66B4-AA05-5DCB-6013757A4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02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4F649-E39E-E8E8-3ED9-7391A822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51132-0887-67A2-1CD4-AABA5E80D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1F753-B24A-0CE9-A75A-E36D69494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9AB6F-1F95-CA63-C370-BC60B0557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8A72D-504C-B065-FFFC-1355E7294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1B284-8680-D62B-D09D-1AAFB487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3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4AE82-D771-91A9-ECE3-5F8C65F8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3A964-4A0A-17B3-7D47-B11CFE37B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DC0D1-6095-FFD2-E56F-A8554A9AD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C7E54-2881-3085-1036-B68381507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69A36-70E2-2638-AB0D-E74ECD7F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83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3869BB-F6CD-F362-4051-E72DBBA62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11E40-1FEF-8BF1-B07C-358FF4D6B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6D5F7-5E3C-1EDE-A141-957814D56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18382-F1B5-F528-96FB-8C3639C4E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238CC-28AC-686F-C380-EB4396D8D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3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EE3E1F-9BCD-0DC9-5122-F106E351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4B781-37E3-1E96-4484-771E87C20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ACEA2-1450-9C69-181E-EE1EF76A7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53D06-953E-45E3-A184-D7CEE70A1F6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35589-3AC8-E702-3D26-2460818D84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9FDCC-FE29-867A-04C9-A0F2FBA53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8FFB2-58BB-4739-AFE2-307CE364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3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mongodb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nodejs.org/e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pmjs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C0BB-AC5E-D81F-3D23-30A23ADF22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Web Development and the MEAN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66607-C037-919B-6A83-1ED52EDF62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Overview of web development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Introduction to the MEAN stack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Setting up the development environment</a:t>
            </a:r>
          </a:p>
        </p:txBody>
      </p:sp>
      <p:pic>
        <p:nvPicPr>
          <p:cNvPr id="2050" name="Picture 2" descr="MEAN Stack for Your Web Development Project">
            <a:extLst>
              <a:ext uri="{FF2B5EF4-FFF2-40B4-BE49-F238E27FC236}">
                <a16:creationId xmlns:a16="http://schemas.microsoft.com/office/drawing/2014/main" id="{6FF4A3C6-BC8A-800A-66B7-4E6B92D90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1438" y="3429000"/>
            <a:ext cx="3514725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0978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B280-9A0C-EEEF-33C8-1B2FC0476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web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9237F-762E-B60C-73BA-3AA9D1F4A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71178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Three-tier web application development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MVC separates an application into Model, View, and Controller.</a:t>
            </a:r>
          </a:p>
          <a:p>
            <a:r>
              <a:rPr lang="en-US" dirty="0"/>
              <a:t>View manages the visual interface and user interaction.</a:t>
            </a:r>
          </a:p>
          <a:p>
            <a:r>
              <a:rPr lang="en-US" dirty="0"/>
              <a:t>Controller handles system/user events and instructs Model and View.</a:t>
            </a:r>
          </a:p>
          <a:p>
            <a:r>
              <a:rPr lang="en-US" dirty="0"/>
              <a:t>Model manages data, updates state, and provides information when requested.</a:t>
            </a:r>
          </a:p>
          <a:p>
            <a:r>
              <a:rPr lang="en-US" dirty="0"/>
              <a:t>Each component focuses on its own task to keep the architecture organized.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F12F9-09D1-7C47-DEDB-4F2364FC4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378" y="1825625"/>
            <a:ext cx="4697838" cy="392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734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CCB19-9188-3B1A-D359-B243C35E2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CC876-F023-AE93-E4F7-A1878244E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05853"/>
            <a:ext cx="10262937" cy="57430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 evolution of JavaScript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JavaScript began as a client-side language for browsers.</a:t>
            </a:r>
          </a:p>
          <a:p>
            <a:r>
              <a:rPr lang="en-US" dirty="0"/>
              <a:t>Evolving web apps led to new tools and libraries for easier development.</a:t>
            </a:r>
          </a:p>
          <a:p>
            <a:r>
              <a:rPr lang="en-US" dirty="0"/>
              <a:t>Faster browsers improved JavaScript performance.</a:t>
            </a:r>
          </a:p>
          <a:p>
            <a:r>
              <a:rPr lang="en-US" dirty="0"/>
              <a:t>Google’s V8 engine (2008) boosted speed and enabled JavaScript outside browsers.</a:t>
            </a:r>
          </a:p>
          <a:p>
            <a:r>
              <a:rPr lang="en-US" dirty="0"/>
              <a:t>Node.js introduced non-blocking I/O and a modular ecosystem.</a:t>
            </a:r>
          </a:p>
          <a:p>
            <a:r>
              <a:rPr lang="en-US" dirty="0"/>
              <a:t>MongoDB (2009) offered scalable, flexible NoSQL storage.</a:t>
            </a:r>
          </a:p>
          <a:p>
            <a:r>
              <a:rPr lang="en-US" dirty="0"/>
              <a:t>AngularJS brought structured frontend development with advanced features.</a:t>
            </a:r>
          </a:p>
          <a:p>
            <a:r>
              <a:rPr lang="en-US" dirty="0"/>
              <a:t>Open-source growth accelerated JavaScript innovation.</a:t>
            </a:r>
          </a:p>
          <a:p>
            <a:r>
              <a:rPr lang="en-US" dirty="0"/>
              <a:t>JavaScript became full-stack across frontend, backend, and databases (MEAN stack).</a:t>
            </a:r>
          </a:p>
        </p:txBody>
      </p:sp>
    </p:spTree>
    <p:extLst>
      <p:ext uri="{BB962C8B-B14F-4D97-AF65-F5344CB8AC3E}">
        <p14:creationId xmlns:p14="http://schemas.microsoft.com/office/powerpoint/2010/main" val="351641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81BC8-F27A-42DF-528E-7F5FE054F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72BA6-F41A-AFDA-CA2D-7C8BCF731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MEAN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EC4A0-2C30-D45F-6BA4-F5CDB2673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599" cy="4351338"/>
          </a:xfrm>
        </p:spPr>
        <p:txBody>
          <a:bodyPr>
            <a:normAutofit/>
          </a:bodyPr>
          <a:lstStyle/>
          <a:p>
            <a:r>
              <a:rPr lang="en-US" dirty="0"/>
              <a:t>MEAN stands for MongoDB, Express, AngularJS, and </a:t>
            </a:r>
            <a:r>
              <a:rPr lang="en-US" dirty="0" err="1"/>
              <a:t>Node.js.It</a:t>
            </a:r>
            <a:r>
              <a:rPr lang="en-US" dirty="0"/>
              <a:t> uses JavaScript across all parts of the application.</a:t>
            </a:r>
          </a:p>
          <a:p>
            <a:r>
              <a:rPr lang="en-US" dirty="0"/>
              <a:t>Benefits include:</a:t>
            </a:r>
          </a:p>
          <a:p>
            <a:pPr lvl="1"/>
            <a:r>
              <a:rPr lang="en-US" dirty="0"/>
              <a:t>Single language throughout.</a:t>
            </a:r>
          </a:p>
          <a:p>
            <a:pPr lvl="1"/>
            <a:r>
              <a:rPr lang="en-US" dirty="0"/>
              <a:t>Supports MVC structure.</a:t>
            </a:r>
          </a:p>
          <a:p>
            <a:pPr lvl="1"/>
            <a:r>
              <a:rPr lang="en-US" dirty="0"/>
              <a:t>No need for data serialization/deserialization (uses JSON). </a:t>
            </a:r>
          </a:p>
          <a:p>
            <a:r>
              <a:rPr lang="en-US" dirty="0"/>
              <a:t>MEAN is a powerful full-stack solution but integrating its components may introduce scaling and architecture challenges.</a:t>
            </a:r>
          </a:p>
        </p:txBody>
      </p:sp>
    </p:spTree>
    <p:extLst>
      <p:ext uri="{BB962C8B-B14F-4D97-AF65-F5344CB8AC3E}">
        <p14:creationId xmlns:p14="http://schemas.microsoft.com/office/powerpoint/2010/main" val="2574102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B2251-3868-6666-F63C-360A50DF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630BC-9FE1-09C6-B737-4B7F91A8B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327105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In our syllabus, we will cover challenges such as: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Connecting MEAN stack components.</a:t>
            </a:r>
          </a:p>
          <a:p>
            <a:r>
              <a:rPr lang="en-US" dirty="0"/>
              <a:t>Choosing appropriate Node.js modules.</a:t>
            </a:r>
          </a:p>
          <a:p>
            <a:r>
              <a:rPr lang="en-US" dirty="0"/>
              <a:t>Maintaining MVC structure in JavaScript.</a:t>
            </a:r>
          </a:p>
          <a:p>
            <a:r>
              <a:rPr lang="en-US" dirty="0"/>
              <a:t>Modeling data in a schema-less JSON database.</a:t>
            </a:r>
          </a:p>
          <a:p>
            <a:r>
              <a:rPr lang="en-US" dirty="0"/>
              <a:t>Implementing user authentication.</a:t>
            </a:r>
          </a:p>
          <a:p>
            <a:r>
              <a:rPr lang="en-US" dirty="0"/>
              <a:t>Using non-blocking architecture for real-time apps.</a:t>
            </a:r>
          </a:p>
          <a:p>
            <a:r>
              <a:rPr lang="en-US" dirty="0"/>
              <a:t>Testing MEAN applications.</a:t>
            </a:r>
          </a:p>
          <a:p>
            <a:r>
              <a:rPr lang="en-US" dirty="0"/>
              <a:t>Selecting suitable development tools.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285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67BBD-391A-8D5D-78DF-EC3426F84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4A7D-33C8-EE6D-609E-86ABCD57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development environment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762036-2208-1EAA-B936-B2E6C5206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Installing MongoDB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MongoDB: The World’s Leading Modern Database | MongoDB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Installing MongoDB on Windows </a:t>
            </a:r>
          </a:p>
          <a:p>
            <a:r>
              <a:rPr lang="en-US" dirty="0"/>
              <a:t>Running MongoDB manually</a:t>
            </a:r>
          </a:p>
          <a:p>
            <a:r>
              <a:rPr lang="en-US" dirty="0"/>
              <a:t>Running MongoDB as a Windows Service</a:t>
            </a:r>
          </a:p>
          <a:p>
            <a:pPr marL="0" indent="0">
              <a:buNone/>
            </a:pPr>
            <a:r>
              <a:rPr lang="en-US" dirty="0"/>
              <a:t>Installing MongoDB on Mac OS X and Linux</a:t>
            </a:r>
          </a:p>
          <a:p>
            <a:r>
              <a:rPr lang="en-US" dirty="0"/>
              <a:t>Installing MongoDB from binaries</a:t>
            </a:r>
          </a:p>
          <a:p>
            <a:r>
              <a:rPr lang="en-US" dirty="0"/>
              <a:t>Install MongoDB using a package manager </a:t>
            </a:r>
          </a:p>
          <a:p>
            <a:pPr marL="0" indent="0">
              <a:buNone/>
            </a:pPr>
            <a:r>
              <a:rPr lang="en-US" dirty="0"/>
              <a:t>Using the MongoDB shell</a:t>
            </a:r>
          </a:p>
        </p:txBody>
      </p:sp>
      <p:pic>
        <p:nvPicPr>
          <p:cNvPr id="1026" name="Picture 2" descr="How To Use the MongoDB Shell - GeeksforGeeks">
            <a:extLst>
              <a:ext uri="{FF2B5EF4-FFF2-40B4-BE49-F238E27FC236}">
                <a16:creationId xmlns:a16="http://schemas.microsoft.com/office/drawing/2014/main" id="{45BAFAD2-B5C1-C072-F80E-6DC49F230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105" y="3429000"/>
            <a:ext cx="4022558" cy="2141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3551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66A6-CF7A-9EF1-CE20-F93D09B6E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51C6D9-664C-36E0-9444-BFAB07AE0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64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Installing Node.js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Node.js — Run JavaScript Everywhere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Installing</a:t>
            </a:r>
          </a:p>
          <a:p>
            <a:r>
              <a:rPr lang="en-US" dirty="0"/>
              <a:t>Installing Node.js on Windows</a:t>
            </a:r>
          </a:p>
          <a:p>
            <a:r>
              <a:rPr lang="en-US" dirty="0"/>
              <a:t>Installing Node.js on Mac OS X</a:t>
            </a:r>
          </a:p>
          <a:p>
            <a:r>
              <a:rPr lang="en-US" dirty="0"/>
              <a:t>Installing Node.js on Linux</a:t>
            </a:r>
          </a:p>
          <a:p>
            <a:pPr marL="0" indent="0">
              <a:buNone/>
            </a:pPr>
            <a:r>
              <a:rPr lang="en-US" dirty="0"/>
              <a:t>Running Node.js</a:t>
            </a:r>
          </a:p>
        </p:txBody>
      </p:sp>
      <p:pic>
        <p:nvPicPr>
          <p:cNvPr id="3074" name="Picture 2" descr="What is Node.js and Why to use it?">
            <a:extLst>
              <a:ext uri="{FF2B5EF4-FFF2-40B4-BE49-F238E27FC236}">
                <a16:creationId xmlns:a16="http://schemas.microsoft.com/office/drawing/2014/main" id="{CA9D5CDB-AE7D-8BA5-3619-633812DF2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569" y="2805112"/>
            <a:ext cx="3657600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347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192AE-D876-E956-08B4-3BC11F8C5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3AE9EE-8787-9036-22F5-ABAB973BA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557" y="144380"/>
            <a:ext cx="10892589" cy="65612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Introducing NPM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NPM Overview</a:t>
            </a:r>
          </a:p>
          <a:p>
            <a:r>
              <a:rPr lang="en-US" dirty="0"/>
              <a:t>NPM installs, updates, and removes Node.js modules.</a:t>
            </a:r>
          </a:p>
          <a:p>
            <a:r>
              <a:rPr lang="en-US" dirty="0"/>
              <a:t>Comes with Node.js by default.</a:t>
            </a:r>
          </a:p>
          <a:p>
            <a:r>
              <a:rPr lang="en-US" dirty="0"/>
              <a:t>Includes a registry (to browse/download) and a CLI (to manage packages).</a:t>
            </a:r>
          </a:p>
          <a:p>
            <a:pPr marL="0" indent="0">
              <a:buNone/>
            </a:pPr>
            <a:r>
              <a:rPr lang="en-US" dirty="0"/>
              <a:t>Installation Modes</a:t>
            </a:r>
          </a:p>
          <a:p>
            <a:r>
              <a:rPr lang="en-US" dirty="0"/>
              <a:t>Local (default): Installs inside project </a:t>
            </a:r>
            <a:r>
              <a:rPr lang="en-US" dirty="0" err="1"/>
              <a:t>node_modules</a:t>
            </a:r>
            <a:r>
              <a:rPr lang="en-US" dirty="0"/>
              <a:t>. </a:t>
            </a:r>
            <a:r>
              <a:rPr lang="en-US" sz="2200" i="1" dirty="0" err="1"/>
              <a:t>npm</a:t>
            </a:r>
            <a:r>
              <a:rPr lang="en-US" sz="2200" i="1" dirty="0"/>
              <a:t> install express</a:t>
            </a:r>
            <a:endParaRPr lang="en-US" i="1" dirty="0"/>
          </a:p>
          <a:p>
            <a:r>
              <a:rPr lang="en-US" dirty="0"/>
              <a:t>Global: Installs system-wide (for CLI tools). </a:t>
            </a:r>
            <a:r>
              <a:rPr lang="en-US" sz="2200" i="1" dirty="0" err="1"/>
              <a:t>npm</a:t>
            </a:r>
            <a:r>
              <a:rPr lang="en-US" sz="2200" i="1" dirty="0"/>
              <a:t> install -g express</a:t>
            </a:r>
          </a:p>
          <a:p>
            <a:pPr marL="0" indent="0">
              <a:buNone/>
            </a:pPr>
            <a:r>
              <a:rPr lang="en-US" sz="2900" dirty="0"/>
              <a:t>Install / Remove / Update</a:t>
            </a:r>
          </a:p>
          <a:p>
            <a:r>
              <a:rPr lang="en-US" sz="2900" dirty="0"/>
              <a:t>Install latest: </a:t>
            </a:r>
            <a:r>
              <a:rPr lang="en-US" sz="2200" i="1" dirty="0" err="1"/>
              <a:t>npm</a:t>
            </a:r>
            <a:r>
              <a:rPr lang="en-US" sz="2200" i="1" dirty="0"/>
              <a:t> install &lt;package&gt;</a:t>
            </a:r>
          </a:p>
          <a:p>
            <a:r>
              <a:rPr lang="en-US" sz="2900" dirty="0"/>
              <a:t>Install version: </a:t>
            </a:r>
            <a:r>
              <a:rPr lang="en-US" sz="2200" i="1" dirty="0" err="1"/>
              <a:t>npm</a:t>
            </a:r>
            <a:r>
              <a:rPr lang="en-US" sz="2200" i="1" dirty="0"/>
              <a:t> install &lt;package&gt;@&lt;version&gt;</a:t>
            </a:r>
          </a:p>
          <a:p>
            <a:r>
              <a:rPr lang="en-US" sz="2900" dirty="0"/>
              <a:t>Uninstall: </a:t>
            </a:r>
            <a:r>
              <a:rPr lang="en-US" sz="2200" i="1" dirty="0" err="1"/>
              <a:t>npm</a:t>
            </a:r>
            <a:r>
              <a:rPr lang="en-US" sz="2200" i="1" dirty="0"/>
              <a:t> uninstall &lt;package&gt;</a:t>
            </a:r>
          </a:p>
          <a:p>
            <a:r>
              <a:rPr lang="en-US" sz="2900" dirty="0"/>
              <a:t>Update: </a:t>
            </a:r>
            <a:r>
              <a:rPr lang="en-US" sz="2200" i="1" dirty="0" err="1"/>
              <a:t>npm</a:t>
            </a:r>
            <a:r>
              <a:rPr lang="en-US" sz="2200" i="1" dirty="0"/>
              <a:t> update &lt;package&gt;</a:t>
            </a:r>
          </a:p>
          <a:p>
            <a:endParaRPr lang="en-US" sz="2200" i="1" dirty="0"/>
          </a:p>
          <a:p>
            <a:pPr marL="0" indent="0">
              <a:buNone/>
            </a:pPr>
            <a:r>
              <a:rPr lang="en-US" sz="2900" i="1" dirty="0"/>
              <a:t>Notes</a:t>
            </a:r>
          </a:p>
          <a:p>
            <a:r>
              <a:rPr lang="en-US" sz="2900" dirty="0"/>
              <a:t>Packages listed at </a:t>
            </a:r>
            <a:r>
              <a:rPr lang="en-US" sz="2400" i="1" dirty="0">
                <a:hlinkClick r:id="rId2"/>
              </a:rPr>
              <a:t>https://www.npmjs.com/</a:t>
            </a:r>
            <a:r>
              <a:rPr lang="en-US" sz="2400" i="1" dirty="0"/>
              <a:t> </a:t>
            </a:r>
            <a:endParaRPr lang="en-US" sz="2900" i="1" dirty="0"/>
          </a:p>
        </p:txBody>
      </p:sp>
    </p:spTree>
    <p:extLst>
      <p:ext uri="{BB962C8B-B14F-4D97-AF65-F5344CB8AC3E}">
        <p14:creationId xmlns:p14="http://schemas.microsoft.com/office/powerpoint/2010/main" val="3599564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A65D9-4B36-EC90-6C23-D0B85983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B9C3AB-B290-43E8-7149-FED83F9BC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557" y="144380"/>
            <a:ext cx="10892589" cy="6561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Managing Dependencies with </a:t>
            </a:r>
            <a:r>
              <a:rPr lang="en-US" b="1" dirty="0" err="1"/>
              <a:t>package.json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 err="1"/>
              <a:t>package.json</a:t>
            </a:r>
            <a:r>
              <a:rPr lang="en-US" dirty="0"/>
              <a:t> helps manage your app’s dependencies and metadata (name, version, author, etc.).</a:t>
            </a:r>
          </a:p>
          <a:p>
            <a:pPr marL="0" indent="0">
              <a:buNone/>
            </a:pPr>
            <a:endParaRPr lang="en-US" sz="2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A264E-3EA7-2493-B208-C05CD29C7BCE}"/>
              </a:ext>
            </a:extLst>
          </p:cNvPr>
          <p:cNvSpPr txBox="1"/>
          <p:nvPr/>
        </p:nvSpPr>
        <p:spPr>
          <a:xfrm>
            <a:off x="593556" y="2590980"/>
            <a:ext cx="1068404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  "name": "MEAN",</a:t>
            </a:r>
          </a:p>
          <a:p>
            <a:r>
              <a:rPr lang="en-US" dirty="0"/>
              <a:t>  "version": "0.0.1",</a:t>
            </a:r>
          </a:p>
          <a:p>
            <a:r>
              <a:rPr lang="en-US" dirty="0"/>
              <a:t>  "dependencies": {</a:t>
            </a:r>
          </a:p>
          <a:p>
            <a:r>
              <a:rPr lang="en-US" dirty="0"/>
              <a:t>    "express": "latest",</a:t>
            </a:r>
          </a:p>
          <a:p>
            <a:r>
              <a:rPr lang="en-US" dirty="0"/>
              <a:t>    "grunt": "latest"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name and version are required.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 specific versions instead of "latest" to avoid compatibility issues.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DEDC7-39EB-C0B5-9CBF-551C2F9A05F2}"/>
              </a:ext>
            </a:extLst>
          </p:cNvPr>
          <p:cNvSpPr txBox="1"/>
          <p:nvPr/>
        </p:nvSpPr>
        <p:spPr>
          <a:xfrm>
            <a:off x="7443536" y="2590980"/>
            <a:ext cx="428324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Installing Dependencies</a:t>
            </a:r>
          </a:p>
          <a:p>
            <a:r>
              <a:rPr lang="en-US" sz="2000" i="1" dirty="0" err="1"/>
              <a:t>npm</a:t>
            </a:r>
            <a:r>
              <a:rPr lang="en-US" sz="2000" i="1" dirty="0"/>
              <a:t> install</a:t>
            </a:r>
          </a:p>
          <a:p>
            <a:r>
              <a:rPr lang="en-US" sz="2000" i="1" dirty="0" err="1"/>
              <a:t>npm</a:t>
            </a:r>
            <a:r>
              <a:rPr lang="en-US" sz="2000" i="1" dirty="0"/>
              <a:t> update</a:t>
            </a:r>
          </a:p>
          <a:p>
            <a:endParaRPr lang="en-US" sz="2400" dirty="0"/>
          </a:p>
          <a:p>
            <a:r>
              <a:rPr lang="en-US" sz="2400" dirty="0"/>
              <a:t>Adding New Packages</a:t>
            </a:r>
          </a:p>
          <a:p>
            <a:r>
              <a:rPr lang="en-US" sz="2000" i="1" dirty="0" err="1"/>
              <a:t>npm</a:t>
            </a:r>
            <a:r>
              <a:rPr lang="en-US" sz="2000" i="1" dirty="0"/>
              <a:t> install express --save</a:t>
            </a:r>
          </a:p>
        </p:txBody>
      </p:sp>
    </p:spTree>
    <p:extLst>
      <p:ext uri="{BB962C8B-B14F-4D97-AF65-F5344CB8AC3E}">
        <p14:creationId xmlns:p14="http://schemas.microsoft.com/office/powerpoint/2010/main" val="482741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615</Words>
  <Application>Microsoft Office PowerPoint</Application>
  <PresentationFormat>Widescreen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Introduction to Web Development and the MEAN Stack</vt:lpstr>
      <vt:lpstr>Overview of web development</vt:lpstr>
      <vt:lpstr>PowerPoint Presentation</vt:lpstr>
      <vt:lpstr>Introduction to the MEAN stack</vt:lpstr>
      <vt:lpstr>PowerPoint Presentation</vt:lpstr>
      <vt:lpstr>Setting up the development environment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surajkachate@outlook.com</dc:creator>
  <cp:lastModifiedBy>surajkachate@outlook.com</cp:lastModifiedBy>
  <cp:revision>1</cp:revision>
  <dcterms:created xsi:type="dcterms:W3CDTF">2025-11-03T08:41:57Z</dcterms:created>
  <dcterms:modified xsi:type="dcterms:W3CDTF">2025-11-03T10:24:18Z</dcterms:modified>
</cp:coreProperties>
</file>